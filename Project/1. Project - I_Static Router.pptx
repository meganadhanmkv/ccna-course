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D65F2-6151-3D48-7FD8-8E9FDDAB08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AD441-6A89-9CB8-1D50-E6C456FA6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18A17-8742-9C14-6A56-BAD8E8193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130AC-D8AF-452D-B62E-E78FC278B3E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5313E-3102-445E-17D3-FC2229A9E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4F0C5-A0EA-D67D-11EF-79A32917B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1405-B645-4EF0-9098-65E135DF1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110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FBBF1-B0E9-329D-FFD7-5A0718BF6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A151C-8AC8-EFF0-2E6E-55B549247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336E9-7139-A6D3-C894-4B61AFE2A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130AC-D8AF-452D-B62E-E78FC278B3E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1676B-3300-E832-FAB0-0E135A6A1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B794B-6FEC-A685-092A-4E737C2A1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1405-B645-4EF0-9098-65E135DF1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09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1CB0B-49BB-1475-0BB0-61E7BF407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E94F3-E195-1511-1DCC-C72611B78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167DC-0BE6-857F-87A3-043AF4109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130AC-D8AF-452D-B62E-E78FC278B3E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F706E-E336-EC96-8922-BD87221CF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F995A-D208-7599-8DA1-681AD8AAA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1405-B645-4EF0-9098-65E135DF1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987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F68B0-03D5-6E6B-A5EA-C6C545F2A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2B372-938B-9D4C-2FB0-6012FAF42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0CCEE2-124E-0509-BA24-3CF68D1B4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ABA46-183B-280C-B75E-FA9FD02D4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130AC-D8AF-452D-B62E-E78FC278B3E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48911-26B2-9A58-0744-F6E0CEF19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A0014-B140-3350-F678-04F10E0E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1405-B645-4EF0-9098-65E135DF1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146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4A224-E02B-6926-CC54-2BC0AB424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38B27-64F2-4727-333B-21E7D157B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12AE16-D318-A75A-2F71-C86647C64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125E0-B637-F22F-339C-C2A1BEEF8F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6F5DCC-0EDC-C9F3-E0A8-931BAA44CA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D6F7EE-AA83-4FE2-6252-EED88305B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130AC-D8AF-452D-B62E-E78FC278B3E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25E83-B966-00F3-326E-95D396ECE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ADB4DB-7A1D-4F4E-5BA5-7AA0B00AB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1405-B645-4EF0-9098-65E135DF1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557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2A86B-6ECF-89E3-8F30-100FF8011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60953E-2376-9460-C3D4-DC09FF062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130AC-D8AF-452D-B62E-E78FC278B3E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B6D96B-D1B0-FAF5-28D5-A10F2E708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BDB551-DEB5-9C31-0CEF-79C299E0C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1405-B645-4EF0-9098-65E135DF1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492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B7F42-9602-BD0B-58B7-C5D7F7FD4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130AC-D8AF-452D-B62E-E78FC278B3E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0A7C17-1B12-89D0-6483-A9210BF1D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F193E-4395-DECA-FD78-439212C35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1405-B645-4EF0-9098-65E135DF1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315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0D198-D6A5-DF26-6B5A-A16915BA6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FDCAF-0CCB-B689-B692-74C8FE0EC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9BB62-DFBC-44B6-FA0C-AF0E1EF5D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336E2-17BB-A5AA-31C0-119DEBBE7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130AC-D8AF-452D-B62E-E78FC278B3E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D2239-8485-D0CE-B916-2C665E4F3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DE35A-9073-82B3-364A-AC990087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1405-B645-4EF0-9098-65E135DF1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037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3A481-9936-1744-01B9-FE7D6CA66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E456E6-4125-9FB3-8C71-B1EDBAE130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1C3D9E-2CA1-CD36-6325-CADAEA83E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34D8A0-CFFB-4415-82A8-C9AA4B80E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130AC-D8AF-452D-B62E-E78FC278B3E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34DB1-873A-25BE-6D49-073F478A4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CAEC9-E47F-45D1-C59C-DA1503240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1405-B645-4EF0-9098-65E135DF1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812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A5908-F4ED-FA20-21BD-532E9F917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1962B0-5086-DEC2-D7E4-53F76988F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9E007-0F91-F4C0-0DE9-C0C7845CE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130AC-D8AF-452D-B62E-E78FC278B3E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0D543-A692-3EE2-0549-4301C9E2C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14AA4-2125-1A09-12B3-A364A84E6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1405-B645-4EF0-9098-65E135DF1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55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8852C0-E077-C1C0-5073-9B87734B83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B358E-F249-2D18-B945-D22CF4508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C7582-1E87-F90E-D154-1FBC08A4D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130AC-D8AF-452D-B62E-E78FC278B3E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0AABE-2B9C-F756-F93B-E8E247C10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2D5B2-6AF1-5676-D7E1-E4491AA8A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F1405-B645-4EF0-9098-65E135DF1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77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79E14F-B650-D5CA-598B-A97DDA5AB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CF1B9-9580-4316-24DD-525FFA07C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D370F-4869-D58F-2023-548513C0FC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A130AC-D8AF-452D-B62E-E78FC278B3E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83C6B-7A57-227D-EC2F-2D3F5C009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B1744-3FC7-17E3-B3C5-91A29152C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BF1405-B645-4EF0-9098-65E135DF1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938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059839-3179-FAFA-3436-088550A17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614" y="643467"/>
            <a:ext cx="10364771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31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263DE1-7AF6-E63A-8BEC-34ADF336E2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Right Brace 4">
            <a:extLst>
              <a:ext uri="{FF2B5EF4-FFF2-40B4-BE49-F238E27FC236}">
                <a16:creationId xmlns:a16="http://schemas.microsoft.com/office/drawing/2014/main" id="{8A724F43-C1A8-EAE4-517D-08179D6E5DB5}"/>
              </a:ext>
            </a:extLst>
          </p:cNvPr>
          <p:cNvSpPr/>
          <p:nvPr/>
        </p:nvSpPr>
        <p:spPr>
          <a:xfrm>
            <a:off x="3397915" y="5110480"/>
            <a:ext cx="1036320" cy="1280160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AE3C69-3BA9-6DF2-562A-742E4C64B4E9}"/>
              </a:ext>
            </a:extLst>
          </p:cNvPr>
          <p:cNvSpPr txBox="1"/>
          <p:nvPr/>
        </p:nvSpPr>
        <p:spPr>
          <a:xfrm>
            <a:off x="4561840" y="5565894"/>
            <a:ext cx="4828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Manually added a static route to the router (R1)</a:t>
            </a:r>
          </a:p>
        </p:txBody>
      </p:sp>
    </p:spTree>
    <p:extLst>
      <p:ext uri="{BB962C8B-B14F-4D97-AF65-F5344CB8AC3E}">
        <p14:creationId xmlns:p14="http://schemas.microsoft.com/office/powerpoint/2010/main" val="2511221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B19B0-3A7F-F936-2D5A-6E0FB5CCD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ight Brace 4">
            <a:extLst>
              <a:ext uri="{FF2B5EF4-FFF2-40B4-BE49-F238E27FC236}">
                <a16:creationId xmlns:a16="http://schemas.microsoft.com/office/drawing/2014/main" id="{4699D223-AFF5-6247-10A4-61F69B1B94D6}"/>
              </a:ext>
            </a:extLst>
          </p:cNvPr>
          <p:cNvSpPr/>
          <p:nvPr/>
        </p:nvSpPr>
        <p:spPr>
          <a:xfrm>
            <a:off x="3373120" y="4978400"/>
            <a:ext cx="1036320" cy="1371600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25A121-1260-0027-9794-B25F9034C0CD}"/>
              </a:ext>
            </a:extLst>
          </p:cNvPr>
          <p:cNvSpPr txBox="1"/>
          <p:nvPr/>
        </p:nvSpPr>
        <p:spPr>
          <a:xfrm>
            <a:off x="4409440" y="5479534"/>
            <a:ext cx="4828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Manually added a static route to the router (R6)</a:t>
            </a:r>
          </a:p>
        </p:txBody>
      </p:sp>
    </p:spTree>
    <p:extLst>
      <p:ext uri="{BB962C8B-B14F-4D97-AF65-F5344CB8AC3E}">
        <p14:creationId xmlns:p14="http://schemas.microsoft.com/office/powerpoint/2010/main" val="1372194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0F0E9E-E0B8-71A4-C1AC-21DBA31EAC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AD236A7A-07FB-8B1C-A03D-FAD8CBC49D16}"/>
              </a:ext>
            </a:extLst>
          </p:cNvPr>
          <p:cNvSpPr/>
          <p:nvPr/>
        </p:nvSpPr>
        <p:spPr>
          <a:xfrm>
            <a:off x="4509935" y="4825078"/>
            <a:ext cx="1036320" cy="1005840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0D89ED-F3D2-024D-B536-A7018754FF9A}"/>
              </a:ext>
            </a:extLst>
          </p:cNvPr>
          <p:cNvSpPr txBox="1"/>
          <p:nvPr/>
        </p:nvSpPr>
        <p:spPr>
          <a:xfrm>
            <a:off x="5597055" y="5143332"/>
            <a:ext cx="4828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Manually added a static route to the router (R3)</a:t>
            </a:r>
          </a:p>
        </p:txBody>
      </p:sp>
    </p:spTree>
    <p:extLst>
      <p:ext uri="{BB962C8B-B14F-4D97-AF65-F5344CB8AC3E}">
        <p14:creationId xmlns:p14="http://schemas.microsoft.com/office/powerpoint/2010/main" val="936954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DCF09C-BC08-8E7B-B2E8-C374B782D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05" y="337282"/>
            <a:ext cx="10992774" cy="618343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C29208EB-2261-F232-023D-A8A06142C202}"/>
              </a:ext>
            </a:extLst>
          </p:cNvPr>
          <p:cNvSpPr/>
          <p:nvPr/>
        </p:nvSpPr>
        <p:spPr>
          <a:xfrm>
            <a:off x="4917440" y="3667760"/>
            <a:ext cx="1036320" cy="2143760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22D13A-A097-BC30-C883-0C7880E53FE4}"/>
              </a:ext>
            </a:extLst>
          </p:cNvPr>
          <p:cNvSpPr txBox="1"/>
          <p:nvPr/>
        </p:nvSpPr>
        <p:spPr>
          <a:xfrm>
            <a:off x="6096000" y="4499094"/>
            <a:ext cx="4828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Manually added a static route to the router (R4)</a:t>
            </a:r>
          </a:p>
        </p:txBody>
      </p:sp>
    </p:spTree>
    <p:extLst>
      <p:ext uri="{BB962C8B-B14F-4D97-AF65-F5344CB8AC3E}">
        <p14:creationId xmlns:p14="http://schemas.microsoft.com/office/powerpoint/2010/main" val="61915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67C07A-3DFD-A584-4628-5746A7074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31D26BF2-08E0-DEE3-E78E-CC57CE1CD8DB}"/>
              </a:ext>
            </a:extLst>
          </p:cNvPr>
          <p:cNvSpPr/>
          <p:nvPr/>
        </p:nvSpPr>
        <p:spPr>
          <a:xfrm>
            <a:off x="3893590" y="3647440"/>
            <a:ext cx="1036320" cy="1198880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CE5416-8685-06F4-0642-2CD59906066E}"/>
              </a:ext>
            </a:extLst>
          </p:cNvPr>
          <p:cNvSpPr txBox="1"/>
          <p:nvPr/>
        </p:nvSpPr>
        <p:spPr>
          <a:xfrm>
            <a:off x="5072150" y="4101160"/>
            <a:ext cx="4828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Manually added a static route to the router (R5)</a:t>
            </a:r>
          </a:p>
        </p:txBody>
      </p:sp>
    </p:spTree>
    <p:extLst>
      <p:ext uri="{BB962C8B-B14F-4D97-AF65-F5344CB8AC3E}">
        <p14:creationId xmlns:p14="http://schemas.microsoft.com/office/powerpoint/2010/main" val="555674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698001-BB74-479C-46E0-09299ACA89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21" y="203200"/>
            <a:ext cx="11505634" cy="647191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4F68791F-83A9-9773-062B-AFFF846BF91F}"/>
              </a:ext>
            </a:extLst>
          </p:cNvPr>
          <p:cNvSpPr/>
          <p:nvPr/>
        </p:nvSpPr>
        <p:spPr>
          <a:xfrm>
            <a:off x="4917440" y="3566160"/>
            <a:ext cx="1036320" cy="2245360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C55954-46F3-FB17-C34D-690F4F111FF9}"/>
              </a:ext>
            </a:extLst>
          </p:cNvPr>
          <p:cNvSpPr txBox="1"/>
          <p:nvPr/>
        </p:nvSpPr>
        <p:spPr>
          <a:xfrm>
            <a:off x="6096000" y="4499094"/>
            <a:ext cx="4828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Manually added a static route to the router (R6)</a:t>
            </a:r>
          </a:p>
        </p:txBody>
      </p:sp>
    </p:spTree>
    <p:extLst>
      <p:ext uri="{BB962C8B-B14F-4D97-AF65-F5344CB8AC3E}">
        <p14:creationId xmlns:p14="http://schemas.microsoft.com/office/powerpoint/2010/main" val="3246477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F41FEF-DB6C-08CB-38FA-61C317A47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EAD3B2-BC53-42F2-8E8C-A4ED6B74CF88}"/>
              </a:ext>
            </a:extLst>
          </p:cNvPr>
          <p:cNvSpPr txBox="1"/>
          <p:nvPr/>
        </p:nvSpPr>
        <p:spPr>
          <a:xfrm rot="19448622">
            <a:off x="6314264" y="2991244"/>
            <a:ext cx="4036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Successfully reached all the PC’s IPs</a:t>
            </a:r>
          </a:p>
        </p:txBody>
      </p:sp>
    </p:spTree>
    <p:extLst>
      <p:ext uri="{BB962C8B-B14F-4D97-AF65-F5344CB8AC3E}">
        <p14:creationId xmlns:p14="http://schemas.microsoft.com/office/powerpoint/2010/main" val="2580090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8E9690-ADAC-700B-A3F5-61D90CC47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370BE6-96CE-FA55-29F3-D4B36FAA0C5D}"/>
              </a:ext>
            </a:extLst>
          </p:cNvPr>
          <p:cNvSpPr txBox="1"/>
          <p:nvPr/>
        </p:nvSpPr>
        <p:spPr>
          <a:xfrm rot="19448622">
            <a:off x="6314264" y="2991244"/>
            <a:ext cx="4036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Successfully reached all the PC’s IPs</a:t>
            </a:r>
          </a:p>
        </p:txBody>
      </p:sp>
    </p:spTree>
    <p:extLst>
      <p:ext uri="{BB962C8B-B14F-4D97-AF65-F5344CB8AC3E}">
        <p14:creationId xmlns:p14="http://schemas.microsoft.com/office/powerpoint/2010/main" val="187900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656442-DA59-67F9-9C60-3FE44606D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CC6581-D9A6-B27B-F337-5E8CFED271D9}"/>
              </a:ext>
            </a:extLst>
          </p:cNvPr>
          <p:cNvSpPr txBox="1"/>
          <p:nvPr/>
        </p:nvSpPr>
        <p:spPr>
          <a:xfrm rot="19448622">
            <a:off x="6314264" y="2991244"/>
            <a:ext cx="4036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Successfully reached all the PC’s IPs</a:t>
            </a:r>
          </a:p>
        </p:txBody>
      </p:sp>
    </p:spTree>
    <p:extLst>
      <p:ext uri="{BB962C8B-B14F-4D97-AF65-F5344CB8AC3E}">
        <p14:creationId xmlns:p14="http://schemas.microsoft.com/office/powerpoint/2010/main" val="2321067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84</Words>
  <Application>Microsoft Office PowerPoint</Application>
  <PresentationFormat>Widescreen</PresentationFormat>
  <Paragraphs>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NCCR,Chennai, MoES (Government of India) National Centre for Coastal Research</dc:creator>
  <cp:lastModifiedBy>NCCR,Chennai, MoES (Government of India) National Centre for Coastal Research</cp:lastModifiedBy>
  <cp:revision>2</cp:revision>
  <dcterms:created xsi:type="dcterms:W3CDTF">2026-09-02T10:06:47Z</dcterms:created>
  <dcterms:modified xsi:type="dcterms:W3CDTF">2026-09-02T10:28:25Z</dcterms:modified>
</cp:coreProperties>
</file>